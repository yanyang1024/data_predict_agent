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OpenCode Agent 应用从 0 到 1：四个教学型 Demo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当前阶段：Demo00 已完成，准备进入 Demo01</a:t>
            </a:r>
          </a:p>
          <a:p>
            <a:r>
              <a:t>总时长：60 分钟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 小时时间规划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00-08  Demo00 规则化文档生成：一句话输入经结构化后生成 PPT、Excel、Gantt</a:t>
            </a:r>
          </a:p>
          <a:p>
            <a:pPr/>
            <a:r>
              <a:t>08-23  Demo01 Doc Spec 可移植开发：历史文档和样例沉淀为跨平台实现上下文</a:t>
            </a:r>
          </a:p>
          <a:p>
            <a:pPr/>
            <a:r>
              <a:t>23-40  Demo02 富文本抽取与测试适配：抽取规则、环境包和验证脚本组成链式 Skill</a:t>
            </a:r>
          </a:p>
          <a:p>
            <a:pPr/>
            <a:r>
              <a:t>40-55  Demo03 权限约束与受控执行：重要数据和配置通过封装脚本/API 收窄执行空间</a:t>
            </a:r>
          </a:p>
          <a:p>
            <a:pPr/>
            <a:r>
              <a:t>55-60  Takeaway 总结与问答：Prompt 只是入口，Context 才是可复用资产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四个 Demo 当前进展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Demo00｜已完成｜100%｜规则化文档生成</a:t>
            </a:r>
          </a:p>
          <a:p>
            <a:pPr/>
            <a:r>
              <a:t>Demo01｜进行中｜35%｜Doc Spec 可移植开发</a:t>
            </a:r>
          </a:p>
          <a:p>
            <a:pPr/>
            <a:r>
              <a:t>Demo02｜待讲解｜10%｜富文本抽取与测试适配</a:t>
            </a:r>
          </a:p>
          <a:p>
            <a:pPr/>
            <a:r>
              <a:t>Demo03｜待讲解｜5%｜权限约束与受控执行</a:t>
            </a:r>
          </a:p>
          <a:p>
            <a:pPr/>
            <a:r>
              <a:t>Takeaway｜待讲解｜0%｜总结与问答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用户问题与风险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用户问题：</a:t>
            </a:r>
          </a:p>
          <a:p>
            <a:pPr lvl="1"/>
            <a:r>
              <a:t>Skill 和 Prompt 模板有什么区别？</a:t>
            </a:r>
          </a:p>
          <a:p>
            <a:pPr lvl="1"/>
            <a:r>
              <a:t>Tool、API、脚本分别放在哪里？</a:t>
            </a:r>
          </a:p>
          <a:p>
            <a:pPr lvl="1"/>
            <a:r>
              <a:t>哪些内容应该写进 AGENTS.md，哪些应该放 references？</a:t>
            </a:r>
          </a:p>
          <a:p>
            <a:pPr lvl="1"/>
            <a:r>
              <a:t>权限配置能不能防止 Agent 误操作？</a:t>
            </a:r>
          </a:p>
          <a:p>
            <a:r>
              <a:t>风险：</a:t>
            </a:r>
          </a:p>
          <a:p>
            <a:pPr lvl="1"/>
            <a:r>
              <a:t>学员容易把 demo 理解成一次性 prompt，而不是上下文工程</a:t>
            </a:r>
          </a:p>
          <a:p>
            <a:pPr lvl="1"/>
            <a:r>
              <a:t>PPT/Excel 内容的业务准确性仍需讲师确认</a:t>
            </a:r>
          </a:p>
          <a:p>
            <a:pPr lvl="1"/>
            <a:r>
              <a:t>如果本机缺少 python-pptx，PPT 会降级生成 Markdown 摘要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上下文沉淀结构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AGENTS.md：长期规则</a:t>
            </a:r>
          </a:p>
          <a:p>
            <a:r>
              <a:t>Command：高频入口</a:t>
            </a:r>
          </a:p>
          <a:p>
            <a:r>
              <a:t>Skill：流程和 Stop Rules</a:t>
            </a:r>
          </a:p>
          <a:p>
            <a:r>
              <a:t>references/templates：业务知识和模板</a:t>
            </a:r>
          </a:p>
          <a:p>
            <a:r>
              <a:t>scripts/tools/API：受控执行</a:t>
            </a:r>
          </a:p>
          <a:p>
            <a:r>
              <a:t>validator：自动检查</a:t>
            </a:r>
          </a:p>
          <a:p>
            <a:r>
              <a:t>Human Review：逻辑确认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下一步行动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讲解 Demo01 的 spec contract 抽取</a:t>
            </a:r>
          </a:p>
          <a:p>
            <a:r>
              <a:t>展示 Skill 目录结构</a:t>
            </a:r>
          </a:p>
          <a:p>
            <a:r>
              <a:t>强调 validator 只能证明格式和语法，不证明业务逻辑</a:t>
            </a:r>
          </a:p>
          <a:p>
            <a:r>
              <a:t>人工确认：请讲师确认进度、问题、风险和讲解顺序是否准确。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