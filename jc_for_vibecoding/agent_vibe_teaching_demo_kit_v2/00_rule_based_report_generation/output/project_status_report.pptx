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t>Agentic Workflow Teaching 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Week 3 - 2026-05-08 - owner: Training Enablement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pilot converted four representative workflows into small runnable teaching demos. The current focus is validation, reviewer checkpoints, and safe execution boundaries.</a:t>
            </a:r>
          </a:p>
          <a:p>
            <a:pPr>
              <a:defRPr sz="1800"/>
            </a:pPr>
            <a:r>
              <a:t>Demos included: 4</a:t>
            </a:r>
          </a:p>
          <a:p>
            <a:pPr>
              <a:defRPr sz="1800"/>
            </a:pPr>
            <a:r>
              <a:t>Validation is scripted; final messaging requires human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Progress by workstream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Demo 0 report workflow: done (100%), risk=low</a:t>
            </a:r>
          </a:p>
          <a:p>
            <a:pPr>
              <a:defRPr sz="1800"/>
            </a:pPr>
            <a:r>
              <a:t>Demo 1 spec portability: done (95%), risk=medium</a:t>
            </a:r>
          </a:p>
          <a:p>
            <a:pPr>
              <a:defRPr sz="1800"/>
            </a:pPr>
            <a:r>
              <a:t>Demo 2 rich document pipeline: in review (85%), risk=medium</a:t>
            </a:r>
          </a:p>
          <a:p>
            <a:pPr>
              <a:defRPr sz="1800"/>
            </a:pPr>
            <a:r>
              <a:t>Demo 3 permission guardrails: done (90%), risk=medium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Risks and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Need instructor review of the exact classroom timing.</a:t>
            </a:r>
          </a:p>
          <a:p>
            <a:pPr>
              <a:defRPr sz="1800"/>
            </a:pPr>
            <a:r>
              <a:t>Need sanitized real examples before company-specific rollout.</a:t>
            </a:r>
          </a:p>
          <a:p>
            <a:pPr>
              <a:defRPr sz="1800"/>
            </a:pPr>
            <a:r>
              <a:t>Confirm whether workshop should use Cline, OpenCode, or both for live demo.</a:t>
            </a:r>
          </a:p>
          <a:p>
            <a:pPr>
              <a:defRPr sz="1800"/>
            </a:pPr>
            <a:r>
              <a:t>Decide which demo will be the hands-on exercise.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Human review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Does the report reflect only the provided status data?</a:t>
            </a:r>
          </a:p>
          <a:p>
            <a:pPr>
              <a:defRPr sz="1800"/>
            </a:pPr>
            <a:r>
              <a:t>Are risks stated without overstating certainty?</a:t>
            </a:r>
          </a:p>
          <a:p>
            <a:pPr>
              <a:defRPr sz="1800"/>
            </a:pPr>
            <a:r>
              <a:t>Are decision requests explicit?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