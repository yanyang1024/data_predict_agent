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status report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structured status data and report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