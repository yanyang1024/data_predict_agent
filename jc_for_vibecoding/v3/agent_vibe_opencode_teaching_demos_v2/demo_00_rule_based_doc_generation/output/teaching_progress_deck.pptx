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OpenCode Agent 与 Vibe Coding 教学演示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规则化生成：PPT + Excel + 甘特图 +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用户一句话需求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基于今天 1 小时 OpenCode + Agent 教学安排，生成当前进度看板、PPT大纲和 Excel 甘特图；当前已完成开场，Demo0 正在进行，用户问题：怎么保证 Agent 生成物稳定？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当前阶段：Demo 00 正在进行</a:t>
            </a:r>
          </a:p>
          <a:p>
            <a:pPr>
              <a:defRPr sz="2000"/>
            </a:pPr>
            <a:r>
              <a:t>当前分钟：7 / 60</a:t>
            </a:r>
          </a:p>
          <a:p>
            <a:pPr>
              <a:defRPr sz="2000"/>
            </a:pPr>
            <a:r>
              <a:t>已完成：开场与目标, OpenCode 工作流概览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 分钟规划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0-10 min: Demo 00 基于规则的文档生成 (In progress)</a:t>
            </a:r>
          </a:p>
          <a:p>
            <a:pPr>
              <a:defRPr sz="2000"/>
            </a:pPr>
            <a:r>
              <a:t>10-25 min: Demo 01 Doc Spec 可移植开发 (Not started)</a:t>
            </a:r>
          </a:p>
          <a:p>
            <a:pPr>
              <a:defRPr sz="2000"/>
            </a:pPr>
            <a:r>
              <a:t>25-45 min: Demo 02 富文本规则提取与 Skill 串联 (Not started)</a:t>
            </a:r>
          </a:p>
          <a:p>
            <a:pPr>
              <a:defRPr sz="2000"/>
            </a:pPr>
            <a:r>
              <a:t>45-57 min: Demo 03 权限约束执行 (Not started)</a:t>
            </a:r>
          </a:p>
          <a:p>
            <a:pPr>
              <a:defRPr sz="2000"/>
            </a:pPr>
            <a:r>
              <a:t>57-60 min: 总结与 Q&amp;A (Not started)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怎么保证 Agent 生成物稳定？</a:t>
            </a:r>
          </a:p>
          <a:p>
            <a:pPr>
              <a:defRPr sz="2000"/>
            </a:pPr>
            <a:r>
              <a:t>Skill 和 prompt 模板的区别是什么？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Prompt 解决一次，Skill 解决一类。</a:t>
            </a:r>
          </a:p>
          <a:p>
            <a:pPr>
              <a:defRPr sz="2000"/>
            </a:pPr>
            <a:r>
              <a:t>模板和脚本让生成结果稳定。</a:t>
            </a:r>
          </a:p>
          <a:p>
            <a:pPr>
              <a:defRPr sz="2000"/>
            </a:pPr>
            <a:r>
              <a:t>权限和人工 review 决定安全边界。</a:t>
            </a:r>
          </a:p>
          <a:p>
            <a:pPr>
              <a:defRPr sz="2000"/>
            </a:pPr>
            <a:r>
              <a:t>OpenCode 适合把规则、命令、工具和 Skill 串起来。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